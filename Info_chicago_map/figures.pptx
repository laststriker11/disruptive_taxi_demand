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57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30A5F-35CF-424B-BAD9-1A47B409D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EA123-0694-4B19-B5B4-0ECD5797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CE98F-7D2C-4CE5-9037-949737B4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3819E-AFCA-4C80-A3F7-FA6832B3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17507-24EC-4265-BA0B-3F78F5171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134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9568-5CF2-4788-BB56-917D13FE1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92A48-2641-4327-9B68-309EACA56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A87FE-09BB-4F88-9741-F241D452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FFB6E-91CF-4103-8FAD-C5A97159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1623-0D42-47C6-A95E-60BB2BFE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45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DECA-A27D-4E63-9997-01500C18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61D07-78CF-46F0-8AC4-CBE769707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C9184-D283-4FE1-A78F-6E62959E7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62DC-7E89-4067-99B8-B51C4D94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6B489-5DA2-49A9-B3AE-89EE0FDA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82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CFBC-0639-4D18-9AA0-6509C11FD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A633-CAAF-43C4-BECF-DCB568C7D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4A49B-E038-420D-88D0-D635A2940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D0C0AF-713C-4636-98A0-1668D9DA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F2E75-25AF-4535-8399-538C3E389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3B85C-C492-4265-B35D-21AF4A93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5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69E01-27F4-4D52-A856-203DFF350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555CF-AEBA-4A0F-9EFA-55FF45E79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5F05EA-6D29-42AE-A6C6-34692881F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98902-D321-41FB-9668-EE022A1F15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D55EC-4C23-4B09-BCAD-CAFDA7A976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A3317-D840-41F6-9002-FD61D6225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D8204B-2C20-4F7F-A33E-20FF06C4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A1A8F0-117A-456D-86CE-DCFC24883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910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8368C-9DC1-44E3-86B5-F4E27C7F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2CADF0-818F-4794-8B92-BC2EF1473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63020C-3B50-4E68-A678-7D76E5377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9A39F-40A4-4753-B8FA-A63B7D6FC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22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E3804A-E751-4B11-AB1C-B0BA569BB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2161DD-8EA3-456F-ABD5-C86D2B792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2E30AC-6F04-46D4-873A-A9F39D16C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72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1B75-853D-4175-ABC3-2FF5E10DD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28E07-4AF5-4EBB-B45C-9AC454525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F88D3-033A-41B4-85E1-C12A5B16EF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F61B1-6024-46A2-BA78-95026297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F4A5B-21D0-4C4D-B202-8D39DB3BC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B5B0B0-62FB-4BD7-B5F8-26DF48F77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97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731D-216E-4047-983A-0F7D0EB9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A68560-FDEA-431D-99CE-307D9D28D3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9E911-04C6-446C-843A-C77355C2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5A71F-8757-460C-95C4-CF6DDA1E3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5E8F6-4AA0-4859-BB2F-DC5E85D2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2AF87-752A-461A-A31C-D239064F9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18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02CA5-FCE0-420D-B469-FC37BD28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4C3AC4-BA94-417A-A6F4-CBA1120A0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6190E-366F-4EB8-AD32-4F6F4FB0E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8A485-5BE5-40F4-9CED-CC2EE348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EC3DA-97B0-44F3-BD33-837C79C0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E7723A-EA0C-4697-965E-3905674330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C2746E-5989-409B-84F5-07B8688EC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35054-3052-48F1-9174-85FAE5668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C7626-16F6-4E38-B511-E245655D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31E16-372C-443F-B314-A541D40FB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20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F1EF58-367A-4702-87CA-0CEE5B664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23EC42-7299-4D65-8DA1-C772A6821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B4E4-9DAD-4ABF-A871-16946DB91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1F549-A152-47A6-9454-6872172C0158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6791-BF0A-462D-A78A-74DFA0B67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8A500-C05C-4DC1-BC58-576DE673B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EFAAD-42EC-4F64-B88E-9D81CB073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7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562BE9-B532-4BF5-BB9A-C5EB520F9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871" y="1235066"/>
            <a:ext cx="3595221" cy="439037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9DAEC7-9547-475A-BF03-38E21EEA81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047" y="1235066"/>
            <a:ext cx="3630694" cy="4389120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206878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Qinglong Lu</dc:creator>
  <cp:lastModifiedBy>Qinglong Lu</cp:lastModifiedBy>
  <cp:revision>1</cp:revision>
  <dcterms:created xsi:type="dcterms:W3CDTF">2025-11-06T11:34:42Z</dcterms:created>
  <dcterms:modified xsi:type="dcterms:W3CDTF">2025-11-06T11:36:30Z</dcterms:modified>
</cp:coreProperties>
</file>